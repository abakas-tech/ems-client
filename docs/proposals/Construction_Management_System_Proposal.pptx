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complete system proposal for a construction company. Anything the client needs beyond this can be added to the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general picture of how building contractors work. The system is built around these five core departments.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which of these hurt most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stages left to right. Stages 4 to 6 repeat every day and every month until the building is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12 modules share one database: a purchase updates stock and finance, attendance becomes the pay sheet, and every cost is charged to a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what is missing from Site / project management and Projects &amp; contracts. Anything he adds goes into the final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what is missing from Sales &amp; market prices and Purchasing. Anything he adds goes into the final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what is missing from Stock management and Machines &amp; vehicles. Anything he adds goes into the final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what is missing from Finance and Client billing. Anything he adds goes into the final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what is missing from HR &amp; daily workers and Subcontractors. Anything he adds goes into the final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what is missing from Documents &amp; letters and Owner dashboard, reports &amp; settings. Anything he adds goes into the final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reports can be added during the requirements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message: data is entered once by the person closest to it, then reused everywhere. No re-typing and no lost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can one person hold two roles (for example, storekeeper and purchaser)? Which amounts need the owner's approval?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Alerts can be shown in the system and sent by email; SMS can be added if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short unless the owner asks technical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weeks is achievable because modules are built in parallel on one shared foundation. Quick answers from the client's side are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valid for 60 days. Confirm VAT treatment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answers directly during the meeting. Additions are reviewed against the scope and timeline before signing.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a date for the review meeting and a contact person on the client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91440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91440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91440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73736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173736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173736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256032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64040" y="256032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78440" y="256032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3383280"/>
            <a:ext cx="713232" cy="713232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0" y="338328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338328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420624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64040" y="420624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78440" y="420624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502920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64040" y="5029200"/>
            <a:ext cx="713232" cy="713232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78440" y="5029200"/>
            <a:ext cx="713232" cy="713232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PROPOSAL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16002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</a:t>
            </a:r>
            <a:endParaRPr lang="en-US" sz="4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063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web system for projects and sites, market prices and sales, finance, HR and daily workers, and stock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434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Abakas Tech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UNDERSTANDING CONSTRUCTION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construction company works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building contractor manages every day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944014"/>
            <a:ext cx="409651" cy="40965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1801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projects for clients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130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building sites running at the same time, each with its own budget and team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862072"/>
            <a:ext cx="731520" cy="7315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" y="3023006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880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and selling materials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3209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prices in Merkato and other markets decide where to buy; materials are also sold to customers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941064"/>
            <a:ext cx="731520" cy="7315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4101998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959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moving every day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42885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for materials, workers, machines and site costs at every site, all needing proper records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020056"/>
            <a:ext cx="731520" cy="7315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5180990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50383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and daily workers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463040" y="5367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daily labourers on site, paid based on their attendance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675120" y="1783080"/>
            <a:ext cx="4937760" cy="43434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99516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departments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6995160" y="2514600"/>
            <a:ext cx="329184" cy="32918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99516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498080" y="2514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management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6995160" y="2990088"/>
            <a:ext cx="329184" cy="32918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99516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498080" y="2990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purchasing (market prices, buying &amp; selling)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6995160" y="3465576"/>
            <a:ext cx="329184" cy="32918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99516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7498080" y="34655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6995160" y="3941064"/>
            <a:ext cx="329184" cy="32918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99516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7498080" y="39410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management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6995160" y="4416552"/>
            <a:ext cx="329184" cy="32918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9516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7498080" y="4416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management</a:t>
            </a:r>
            <a:endParaRPr 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995160" y="49834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aim: </a:t>
            </a:r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whole company in one system, with nothing left on paper. On top of these core departments, we add the supporting modules every construction company needs.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WHAT WE UNDERSTOOD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will fix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problems in construction companies, and what changes with one system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12801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938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30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collected by phone and memory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478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SYSTEM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70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price board: every material, every market, every day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440680" cy="12801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938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30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get lost; tax filing is stressful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478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SYSTEM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670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is saved with its receipt photo; tax reports are ready to print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440680" cy="12801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5935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cost per building until the end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941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SYSTEM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33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vs actual cost and profit for each building, updated every day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3246120"/>
            <a:ext cx="5440680" cy="12801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5935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goes missing between store and site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941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SYSTEM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133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bag and bar is tracked in, out and between stores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5440680" cy="12801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56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worker pay is calculated by hand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404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SYSTEM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596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becomes the pay sheet automatically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2200" y="4709160"/>
            <a:ext cx="5440680" cy="12801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5056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must call each site to know the status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5404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SYSTEM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5596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shows all sites, cash, stock and alerts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VIEW 1 — THE LIFE OF A BUILDING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enquiry to final handover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building passes through the same 9 stages, and the system follows each 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52144" cy="8229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 project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or tender, cost estimate, quotation, won or lost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92224" y="2011680"/>
            <a:ext cx="1152144" cy="8229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01952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792224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duration, advance, retention, delay penalty, guarantees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35808" y="2011680"/>
            <a:ext cx="1152144" cy="8229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45536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145536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035808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plan, work plan by floor, materials, workers and machines needed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9392" y="2011680"/>
            <a:ext cx="1152144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&amp; stock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prices, buy from the best supplier, receive, send to site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22976" y="2011680"/>
            <a:ext cx="1152144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32704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32704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522976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reports, attendance, materials used, machines, subcontractors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2011680"/>
            <a:ext cx="1152144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76288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76288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paid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work done, bill the client, approval, payment received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10144" y="2011680"/>
            <a:ext cx="1152144" cy="8229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19872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119872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010144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work the client asks for: price, approval, added to the contract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253728" y="2011680"/>
            <a:ext cx="1152144" cy="8229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63456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363456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253728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list, fix, hand over, retention and guarantees released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497312" y="2011680"/>
            <a:ext cx="1152144" cy="8229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0704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607040" y="2395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497312" y="2971800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cost vs contract price, profit or loss, lessons learned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480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INVOLVED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3639312" cy="502920"/>
          </a:xfrm>
          <a:prstGeom prst="rect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792" y="480060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&amp; project manager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79392" y="4800600"/>
            <a:ext cx="1152144" cy="502920"/>
          </a:xfrm>
          <a:prstGeom prst="rect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52544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stock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22976" y="4800600"/>
            <a:ext cx="1152144" cy="502920"/>
          </a:xfrm>
          <a:prstGeom prst="rect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96128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HR &amp; stock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66560" y="4800600"/>
            <a:ext cx="1152144" cy="502920"/>
          </a:xfrm>
          <a:prstGeom prst="rect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39712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&amp; finance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10144" y="4800600"/>
            <a:ext cx="1152144" cy="502920"/>
          </a:xfrm>
          <a:prstGeom prst="rect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083296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&amp; owner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253728" y="4800600"/>
            <a:ext cx="2395728" cy="502920"/>
          </a:xfrm>
          <a:prstGeom prst="rect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326880" y="48006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&amp; finance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stages happen every day on every site; this is where most of the data is entered.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VIEW 2 — DEPARTMENTS &amp; MODULES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connected modules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core departments, plus 7 supporting modules so nothing is left outside the system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2606040" cy="118872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6596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2090684"/>
            <a:ext cx="317480" cy="317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6888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/ project management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37560" y="1783080"/>
            <a:ext cx="2606040" cy="118872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0440" y="196596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164" y="2090684"/>
            <a:ext cx="317480" cy="317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5780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520440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 prices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26480" y="1783080"/>
            <a:ext cx="2606040" cy="118872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09360" y="196596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84" y="2090684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04672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915400" y="1783080"/>
            <a:ext cx="2606040" cy="118872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98280" y="196596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004" y="2090684"/>
            <a:ext cx="317480" cy="317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83564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098280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daily workers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3154680"/>
            <a:ext cx="2606040" cy="118872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1520" y="333756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44" y="3462284"/>
            <a:ext cx="317480" cy="3174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468880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31520" y="3959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management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3337560" y="3154680"/>
            <a:ext cx="2606040" cy="118872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520440" y="33375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5164" y="3462284"/>
            <a:ext cx="317480" cy="3174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257800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3520440" y="3959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contracts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6126480" y="3154680"/>
            <a:ext cx="2606040" cy="118872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309360" y="33375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4084" y="3462284"/>
            <a:ext cx="317480" cy="31748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046720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6309360" y="3959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</a:t>
            </a:r>
            <a:endParaRPr lang="en-US" sz="1250" dirty="0"/>
          </a:p>
        </p:txBody>
      </p:sp>
      <p:sp>
        <p:nvSpPr>
          <p:cNvPr id="44" name="Shape 35"/>
          <p:cNvSpPr/>
          <p:nvPr/>
        </p:nvSpPr>
        <p:spPr>
          <a:xfrm>
            <a:off x="8915400" y="3154680"/>
            <a:ext cx="2606040" cy="118872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9098280" y="33375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3004" y="3462284"/>
            <a:ext cx="317480" cy="31748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0835640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8" name="Text 38"/>
          <p:cNvSpPr txBox="1"/>
          <p:nvPr/>
        </p:nvSpPr>
        <p:spPr>
          <a:xfrm>
            <a:off x="9098280" y="3959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billing</a:t>
            </a:r>
            <a:endParaRPr lang="en-US" sz="1250" dirty="0"/>
          </a:p>
        </p:txBody>
      </p:sp>
      <p:sp>
        <p:nvSpPr>
          <p:cNvPr id="49" name="Shape 39"/>
          <p:cNvSpPr/>
          <p:nvPr/>
        </p:nvSpPr>
        <p:spPr>
          <a:xfrm>
            <a:off x="548640" y="4526280"/>
            <a:ext cx="2606040" cy="118872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731520" y="47091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244" y="4833884"/>
            <a:ext cx="317480" cy="31748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246888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731520" y="5330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Subcontractors</a:t>
            </a:r>
            <a:endParaRPr lang="en-US" sz="1250" dirty="0"/>
          </a:p>
        </p:txBody>
      </p:sp>
      <p:sp>
        <p:nvSpPr>
          <p:cNvPr id="54" name="Shape 43"/>
          <p:cNvSpPr/>
          <p:nvPr/>
        </p:nvSpPr>
        <p:spPr>
          <a:xfrm>
            <a:off x="3337560" y="4526280"/>
            <a:ext cx="2606040" cy="118872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3520440" y="47091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5164" y="4833884"/>
            <a:ext cx="317480" cy="31748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525780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58" name="Text 46"/>
          <p:cNvSpPr txBox="1"/>
          <p:nvPr/>
        </p:nvSpPr>
        <p:spPr>
          <a:xfrm>
            <a:off x="3520440" y="5330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&amp; vehicles</a:t>
            </a:r>
            <a:endParaRPr lang="en-US" sz="1250" dirty="0"/>
          </a:p>
        </p:txBody>
      </p:sp>
      <p:sp>
        <p:nvSpPr>
          <p:cNvPr id="59" name="Shape 47"/>
          <p:cNvSpPr/>
          <p:nvPr/>
        </p:nvSpPr>
        <p:spPr>
          <a:xfrm>
            <a:off x="6126480" y="4526280"/>
            <a:ext cx="2606040" cy="118872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6309360" y="47091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4084" y="4833884"/>
            <a:ext cx="317480" cy="317480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04672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63" name="Text 50"/>
          <p:cNvSpPr txBox="1"/>
          <p:nvPr/>
        </p:nvSpPr>
        <p:spPr>
          <a:xfrm>
            <a:off x="6309360" y="5330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letters</a:t>
            </a:r>
            <a:endParaRPr lang="en-US" sz="1250" dirty="0"/>
          </a:p>
        </p:txBody>
      </p:sp>
      <p:sp>
        <p:nvSpPr>
          <p:cNvPr id="64" name="Shape 51"/>
          <p:cNvSpPr/>
          <p:nvPr/>
        </p:nvSpPr>
        <p:spPr>
          <a:xfrm>
            <a:off x="8915400" y="4526280"/>
            <a:ext cx="2606040" cy="118872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9098280" y="47091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3004" y="4833884"/>
            <a:ext cx="317480" cy="317480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1083564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68" name="Text 54"/>
          <p:cNvSpPr txBox="1"/>
          <p:nvPr/>
        </p:nvSpPr>
        <p:spPr>
          <a:xfrm>
            <a:off x="9098280" y="5330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dashboard, reports &amp; settings</a:t>
            </a:r>
            <a:endParaRPr lang="en-US" sz="1250" dirty="0"/>
          </a:p>
        </p:txBody>
      </p:sp>
      <p:sp>
        <p:nvSpPr>
          <p:cNvPr id="69" name="Shape 55"/>
          <p:cNvSpPr/>
          <p:nvPr/>
        </p:nvSpPr>
        <p:spPr>
          <a:xfrm>
            <a:off x="548640" y="5989320"/>
            <a:ext cx="182880" cy="1828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0" name="Text 56"/>
          <p:cNvSpPr txBox="1"/>
          <p:nvPr/>
        </p:nvSpPr>
        <p:spPr>
          <a:xfrm>
            <a:off x="82296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departments</a:t>
            </a:r>
            <a:endParaRPr lang="en-US" sz="1150" dirty="0"/>
          </a:p>
        </p:txBody>
      </p:sp>
      <p:sp>
        <p:nvSpPr>
          <p:cNvPr id="71" name="Shape 57"/>
          <p:cNvSpPr/>
          <p:nvPr/>
        </p:nvSpPr>
        <p:spPr>
          <a:xfrm>
            <a:off x="3383280" y="5989320"/>
            <a:ext cx="182880" cy="1828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72" name="Text 58"/>
          <p:cNvSpPr txBox="1"/>
          <p:nvPr/>
        </p:nvSpPr>
        <p:spPr>
          <a:xfrm>
            <a:off x="365760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MODULES IN DETAIL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/ project management  +  Projects &amp; contracts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management runs each building; contracts set the rules for 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/ project management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file for each building: client, location, floors, contract price, dates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plan: every material and job with quantity and price (the budget)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plan by stage and floor, planned vs actual dates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site report: workers, work done, materials used, problems, photos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requests from site → approval → stock or purchase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%, quality checks, safety incidents, defects list and handover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440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contracts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074420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17220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register and contact history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 and tenders: estimate → price → submit → won or lost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details: price, duration, advance, retention, delay penalty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guarantees (advance, performance) with expiry alerts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work requested by the client: price → approval → contract updated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contracts and attachments kept with the project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MODULES IN DETAIL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 prices  +  Purchasing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sales team knows the prices, so purchasing always buys at the best 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 prices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board: every material × market (Merkato and others) × date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market today, price history charts, price-rise alerts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list with brand and unit (quintal, ton, piece, m³)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materials to customers: quotation → sale → receipt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and credit sales, customer balances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per sale: buying price vs selling price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440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074420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17220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requests from a site or the store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2–3 supplier prices, taken from the price board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by amount (for example, the owner approves large purchases)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 → goods received → receipt sent to finance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register, supplier payments and balances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history for every material and supplier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MODULES IN DETAIL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management  +  Machines &amp; vehicles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material and machine is tracked, and its cost goes to a building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management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store plus one store at each site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 from purchases, checked against the order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out to a building or job, or to a sales customer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Transfers: main store ↔ site, site ↔ site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balance per store, low-stock alerts, stock count vs system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used vs planned for each building (shows waste early)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440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&amp; vehicles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074420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17220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of owned and rented machines and vehicles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site each machine is on, and when it moved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issued and consumption per machine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schedule, repairs and their cost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agreements, hours worked, rent due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cost charged to each building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MODULES IN DETAIL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 +  Client billing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money in and out, with receipts, and client bills that are never forgotten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in or out saved with its receipt (photo or scan)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for any payment without a receipt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petty cash: given, spent, receipts, balance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and cash accounts, transfers, reconciliation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owe suppliers, what clients and customers owe us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profit per building; VAT, withholding and income/expense reports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440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billing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074420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17220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work done in each period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request (bill) to the client for that work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repayment and retention deducted automatically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submitted → approved by client's engineer → paid or overdue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work billed separately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released after handover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MODULES IN DETAIL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daily workers  +  Subcontractors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who works on site, whether employed, daily or subcontracted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daily workers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staff: contract, salary, leave, documents, assigned site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workers: ID, photo, phone, skill (mason, carpenter, steel fixer…), daily rate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attendance at each site by the foreman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sheet: days × rate + overtime − advances, per week or period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pay sheets and receipts sent to finance as proof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payroll with tax and pension, payslips, worker history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440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074420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17220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teams: electrical, plumbing, aluminium, gypsum, painting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Agreement: scope of work, price, duration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measured each period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advances and retention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rating for future jobs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cost charged to each building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MODULES IN DETAIL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letters  +  Owner dashboard, reports &amp; settings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Paperwork in one place, and the full picture for the owner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letters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with revision history, so only the latest is used on site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permits, licences and insurance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and outgoing letters with numbering and templates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photos by building and date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building, type and date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reminders for licences, insurance and permits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440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dashboard, reports &amp; settings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MODULE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074420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172200" y="2651760"/>
            <a:ext cx="5440680" cy="35204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88036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screen: all buildings, cash, prices, stock, workers today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reports, exported to Excel and PDF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roles and permissions per module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rules and amount limits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log: who changed what, and when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settings: sites, stores, units, materials, taxes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REPORTS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the system produces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at any time, filtered by building, site, period or person, and exported to Excel or PDF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566160" cy="20574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1907804"/>
            <a:ext cx="317480" cy="317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016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sites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per building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vs actual schedule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site report summary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billing status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97680" y="1783080"/>
            <a:ext cx="3566160" cy="20574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178308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404" y="1907804"/>
            <a:ext cx="317480" cy="317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purchasing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526280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price history per material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per supplier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profit per customer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and supplier balances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46720" y="1783080"/>
            <a:ext cx="3566160" cy="20574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46720" y="178308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444" y="1907804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77824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&amp; machines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balance per store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used vs planned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 between stores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fuel and repair cost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48640" y="4023360"/>
            <a:ext cx="3566160" cy="20574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0233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4148084"/>
            <a:ext cx="317480" cy="317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80160" y="4023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" y="47548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and expenses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profit per building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and cash position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and withholding reports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297680" y="4023360"/>
            <a:ext cx="3566160" cy="20574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97680" y="402336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404" y="4148084"/>
            <a:ext cx="317480" cy="3174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029200" y="4023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workers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47548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per site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Daily-worker pay sheets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payroll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list and contracts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046720" y="4023360"/>
            <a:ext cx="3566160" cy="20574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046720" y="402336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444" y="4148084"/>
            <a:ext cx="317480" cy="3174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78240" y="4023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275320" y="47548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buildings at a glance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vs actual summary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payments and alerts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waiting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HOW IT CONNECTS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bag of cement, through the whole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department does its part once, and the rest updates automatically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needs cement and sends a material request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824" y="2560320"/>
            <a:ext cx="164592" cy="274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383280" y="182880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1828800"/>
            <a:ext cx="548640" cy="5486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has none, so the request goes to purchasing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2560320"/>
            <a:ext cx="164592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217920" y="182880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1828800"/>
            <a:ext cx="548640" cy="5486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17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90372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board shows Merkato is cheapest today</a:t>
            </a:r>
            <a:endParaRPr lang="en-US" sz="13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2560320"/>
            <a:ext cx="164592" cy="27432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052560" y="182880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52560" y="1828800"/>
            <a:ext cx="548640" cy="5486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0525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73836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923544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and bought from the chosen supplier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48640" y="393192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234440" y="4087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731520" y="4663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arrive and are added to the site store</a:t>
            </a:r>
            <a:endParaRPr lang="en-US" sz="13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4663440"/>
            <a:ext cx="164592" cy="27432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3383280" y="393192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83280" y="3931920"/>
            <a:ext cx="548640" cy="5486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33832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4069080" y="4087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3566160" y="4663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recorded with the receipt attached</a:t>
            </a:r>
            <a:endParaRPr lang="en-US" sz="13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4663440"/>
            <a:ext cx="164592" cy="27432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6217920" y="393192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217920" y="3931920"/>
            <a:ext cx="548640" cy="5486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2179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6903720" y="4087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6400800" y="4663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Foreman uses it on the 3rd-floor slab: cost goes to that building</a:t>
            </a:r>
            <a:endParaRPr lang="en-US" sz="13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4" y="4663440"/>
            <a:ext cx="164592" cy="274320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9052560" y="3931920"/>
            <a:ext cx="2560320" cy="1737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9052560" y="3931920"/>
            <a:ext cx="548640" cy="5486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90525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3" name="Text 45"/>
          <p:cNvSpPr txBox="1"/>
          <p:nvPr/>
        </p:nvSpPr>
        <p:spPr>
          <a:xfrm>
            <a:off x="9738360" y="4087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54" name="Text 46"/>
          <p:cNvSpPr txBox="1"/>
          <p:nvPr/>
        </p:nvSpPr>
        <p:spPr>
          <a:xfrm>
            <a:off x="9235440" y="4663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3rd floor done, cost 4% over plan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VIEW 3 — WHO USES THE SYSTEM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sees only their part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and permissions can be adjusted at any time by the administrator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they do in the system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Sees everything on the dashboard, approves large payments and purchases, sees profit per building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Plans projects, approves site requests, follows progress and cost, prepares client bills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engineer / foreman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report, attendance, material requests, material used, photos (own site only)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&amp; purchasing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 market prices, buys materials, sells materials to customers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Storekeeper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Receives and issues materials, transfers, stock counts (own store only)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Accountant / cashier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 every payment and receipt, petty cash, bank, tax reports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Hires staff, registers daily workers, prepares pay sheets and payroll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VIEW 4 — DAILY, WEEKLY, MONTHLY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rhythm of the business in the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when, so nothing depends on memory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2651760" cy="44348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136404"/>
            <a:ext cx="317480" cy="317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72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0040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at each site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site reports and photos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in, out and used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market prices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with receipts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summary updated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60420" y="1783080"/>
            <a:ext cx="2651760" cy="44348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89020" y="201168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744" y="2136404"/>
            <a:ext cx="317480" cy="317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890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3589020" y="320040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Daily-worker pay sheets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Low-stock list per store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changes summary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progress summary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Petty cash top-up per site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72200" y="1783080"/>
            <a:ext cx="2651760" cy="44348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0" y="2011680"/>
            <a:ext cx="566928" cy="5669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524" y="2136404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month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320040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payroll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bills for work done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vs plan per building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reconciliation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and tax reports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983980" y="1783080"/>
            <a:ext cx="2651760" cy="44348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12580" y="2011680"/>
            <a:ext cx="566928" cy="56692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304" y="2136404"/>
            <a:ext cx="317480" cy="317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125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anytime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9212580" y="320040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receipt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or licence about to expire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payment overdue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behind schedule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over budget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TECHNOLOGY &amp; SECURITY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simple, safe and reliable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web system that works in any browser, on any computer, in the office or at the site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685800" cy="68580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02539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892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system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402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Chrome, Edge or Firefox on any computer, laptop or tablet; nothing to install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97680" y="1874520"/>
            <a:ext cx="685800" cy="68580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02539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66360" y="1892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online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166360" y="22402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server or your own server; accessible from the office and every site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1874520"/>
            <a:ext cx="685800" cy="68580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202539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15400" y="1892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sign-in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915400" y="22402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accounts, strong passwords, permissions per role and per site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3794760"/>
            <a:ext cx="685800" cy="68580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94563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3813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417320" y="41605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records who did it and when; deleted records can be traced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297680" y="3794760"/>
            <a:ext cx="685800" cy="68580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394563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3813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backups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5166360" y="41605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daily backups, so data can be restored if anything goes wrong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685800" cy="68580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596" y="394563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15400" y="3813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&amp; PDF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915400" y="41605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starting data from Excel; export any list or report to Excel or PDF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React web application · Node.js server · MySQL database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TIMELINE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in about 1.5 months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weeks from the start date, delivered in clear steps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1920240"/>
            <a:ext cx="1295400" cy="3657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920240"/>
            <a:ext cx="129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07280" y="1920240"/>
            <a:ext cx="1295400" cy="3657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07280" y="1920240"/>
            <a:ext cx="129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8400" y="1920240"/>
            <a:ext cx="1295400" cy="3657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920240"/>
            <a:ext cx="129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1920240"/>
            <a:ext cx="1295400" cy="3657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1920240"/>
            <a:ext cx="129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30640" y="1920240"/>
            <a:ext cx="1295400" cy="3657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30640" y="1920240"/>
            <a:ext cx="129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71760" y="1920240"/>
            <a:ext cx="1295400" cy="36576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71760" y="1920240"/>
            <a:ext cx="129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requirements &amp; design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724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 of every module with your team; screen designs approved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66160" y="2542032"/>
            <a:ext cx="1295400" cy="4114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foundation &amp; core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Settings, users, projects &amp; contracts, site management, stock, purchasing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07280" y="3127248"/>
            <a:ext cx="2636520" cy="4114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money &amp; people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prices, finance, client billing, HR &amp; daily workers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48400" y="3712464"/>
            <a:ext cx="3307080" cy="4114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224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support &amp; dashboard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Machines, subcontractors, documents, reports, owner dashboard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60080" y="4297680"/>
            <a:ext cx="1965960" cy="4114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809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your data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65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tests with real data; we correct what is needed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01200" y="4882896"/>
            <a:ext cx="1295400" cy="4114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go-live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650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per role, starting data loaded, system live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942320" y="5468112"/>
            <a:ext cx="624840" cy="4114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timeline starts after the advance payment and assumes quick feedback and a named contact person on your side.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INVESTMENT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price for the complete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modules, web system, delivered in about 1.5 months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4754880" cy="443484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PRICE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3774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ETB 450,000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00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Construction Management System: 12 modules, web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977640"/>
            <a:ext cx="822960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payment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contract signing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023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ETB 135,000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5001768"/>
            <a:ext cx="822960" cy="8229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001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payment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delivery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50474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ETB 315,000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1783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19456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modules in this proposal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on your cloud or office server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starting data from Excel (materials, workers, suppliers, opening stock)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for every role, plus a user guide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belongs to you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0" y="4526280"/>
            <a:ext cx="5943600" cy="169164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97880" y="4645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4983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hosting, domain and SMS fees (paid directly to the provider)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Computers, printers and internet connection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 added after the scope is signed (quoted separately)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support and maintenance (optional)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QUESTIONS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and what you would like to add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answers complete the scope; anything missing from this proposal can be added now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648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Management System  ·  Proposal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solidFill>
            <a:srgbClr val="1E2226"/>
          </a:solidFill>
          <a:ln w="12700">
            <a:solidFill>
              <a:srgbClr val="1E2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65992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868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892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122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sites run at the same time, and how many stores?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783080"/>
            <a:ext cx="868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1892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1122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how many permanent staff and daily workers?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807208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07208"/>
            <a:ext cx="868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8072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2916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1363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markets besides Merkato should the price board cover?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2807208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07208"/>
            <a:ext cx="868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28072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916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1363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purchases or payments need the owner's approval, and above what amount?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831336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831336"/>
            <a:ext cx="868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83133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41605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work on government projects with tenders and guarantees?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72200" y="3831336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831336"/>
            <a:ext cx="868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383133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22376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41605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use accounting software today (e.g. Peachtree)?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4855464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855464"/>
            <a:ext cx="868680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48554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600200" y="4965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600200" y="518464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only, or Amharic as well?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172200" y="4855464"/>
            <a:ext cx="5440680" cy="8686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4855464"/>
            <a:ext cx="868680" cy="86868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48554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7223760" y="4965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223760" y="518464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people will use the system?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additions:  anything your team does today that is not in these 12 modules?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this proposal to a working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731520" cy="7315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together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through every module in a meeting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2606040"/>
            <a:ext cx="731520" cy="7315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what is missing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team's additions go into the final scope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606040"/>
            <a:ext cx="731520" cy="7315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&amp; advance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signed, 30% advance paid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2606040"/>
            <a:ext cx="731520" cy="7315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go live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1.5 months to a working system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394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We look forward to building this with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Abakas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Construction Management System Proposal</dc:title>
  <dc:subject>PptxGenJS Presentation</dc:subject>
  <dc:creator>PptxGenJS</dc:creator>
  <cp:lastModifiedBy>PptxGenJS</cp:lastModifiedBy>
  <cp:revision>1</cp:revision>
  <dcterms:created xsi:type="dcterms:W3CDTF">2026-09-28T10:29:54Z</dcterms:created>
  <dcterms:modified xsi:type="dcterms:W3CDTF">2026-09-28T10:29:54Z</dcterms:modified>
</cp:coreProperties>
</file>